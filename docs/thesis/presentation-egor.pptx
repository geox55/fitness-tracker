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017520"/>
            <a:ext cx="137160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Омский государственный университет им. Ф. М. Достоевского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Факультет цифровых технологий, кибербезопасности, математики и технологий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«Прикладная математика и информатика» · магистратура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Разработка кроссплатформенного приложения для автоматической генерации планов тренировок с использованием машинного обучения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Автор: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Лазарев Егор Дмитриевич, гр. МММ-401-О-03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Научный руководитель: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486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Симанчев Р. Ю., канд. физ.-мат. наук, доцент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Самостоятельные тренировки без программы — основная причина плато и отсутствия прогресса у новичков и любителей.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Существующие фитнес-приложения либо ведут дневник без генерации программ (Hevy, Strong), либо предлагают шаблонные планы (Fitbod, Caliber)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Универсальные программы не учитывают цель, уровень, частоту, доступное оборудование и динамику пользователя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Чистый rule-based — однообразен; чистое ML — требует десятков тысяч пар (профиль, программа), которых нет в открытом доступе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Решение: гибридный алгоритм — ML-ранкер упражнений + детерминированный composer, гарантирующий корректность сборки плана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Цель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Разработать кроссплатформенное приложение для автоматической генерации индивидуальных тренировочных программ на основе ML.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Проанализировать существующие подходы к генерации тренировочных программ (rule-based, end-to-end ML, рекомендательные системы)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Сформировать обучающий датасет из 97 760 пар (профиль, упражнение, метка) на основе Kaggle-источника и rule-based разметки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Обучить и сравнить три модели ранжирования: popularity-baseline, Logistic Regression, LightGBM Classifier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Реализовать composer — детерминированный сборщик программы из ранжированного каталога с проверкой тренировочных принципов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Спроектировать REST-сервис генерации с lazy-load ML-артефакта и rule-based fallback при отсутствии модели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Покрыть критические компоненты автотестами; обеспечить версионирование моделей и воспроизводимость пайплайна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Архитектура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Принципы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Гибридная схема ML + rules: ранкер ранжирует, composer гарантирует корректность (сплит на день/неделю, разнообразие, объём)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Spec-driven разработка: spec 006 фиксирует требования к генератору, spec 012 — к ML-пайплайну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Lazy-load ранкера с lru_cache; rule-based fallback при отсутствии или ошибке инференса — без видимого сбоя для пользователя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Domain/-слой принимает ExercisePool dataclass'ы, возвращает PlannedPlan без I/O — изолированные unit-тесты на сложной логике composer'а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Версионирование артефактов: ml/models/workout_rec/&lt;algo&gt;/v&lt;semver&gt;/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Стек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Backend: FastAPI + SQLAlchemy 2 (async) + PostgreSQL 16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ML: LightGBM, scikit-learn, pandas, joblib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Frontend: Flutter (Web/PWA) + Riverpod + go_router + Dio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Pipeline: ml/etl/workout_recommender/ + ml/training/workout_recommender/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Инфраструктура: Docker Compose, Alembic-миграции, GitHub Actions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Тесты: pytest + testcontainers 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Гибридный алгоритм: ML-ранкер + composer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Двухстадийная схема: ML сначала ранжирует, потом детерминированные правила собирают валидный план.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Стадия 1 (ML): LightGBM Classifier выдаёт score = P(упражнение подходит профилю); ранжирование каталога по этим score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Стадия 2 (composer): обход ранжированного каталога с проверкой сплита (push/pull/legs), оборудования, баланса compound/isolation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Алгоритм прогрессии: на каждой неделе цикла — увеличение веса/повторов по правилам линейной/двойной прогрессии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Fallback path: при отсутствии ML-артефакта composer использует rule-based score (тот же интерфейс ExercisePool)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Выход — иерархия workout_plan → plan_weeks → plan_days → plan_exercises, сохраняется в БД в одной транзакции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Датасет: 97 760 пар user ×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Открытых датасетов «профиль пользователя → подходящие упражнения» нет. Решение — программная разметка через rule-based labels.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Источник профилей: Kaggle gym-members-exercise-dataset (973 строки после фильтрации)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Каталог упражнений: 100+ упражнений из API Ninjas + дополнения, разнесены по группам мышц / типу / оборудованию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Разметка: для каждой пары (профиль, упражнение) применяются фиксированные правила → бинарная метка «рекомендуется/нет»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Итог: 97 760 пар; сплит 70/15/15 без leakage по anon_user_id — 68 432 train / 14 664 val / 14 664 test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Воспроизводимость: SHA-256 датасета фиксируется в manifest.json; правила разметки версионированы вместе со скриптом ETL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Сравнение моделей ранжирования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4978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LightGBM выбран в качестве прод-модели: ROC-AUC=0.985, PR-AUC=0.993, P@8=0.99 на тестовом сплите 14 664 пар.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Composer: детерминированная сборка плана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Чистая функция в domain/-слое: принимает ExercisePool + ML-scores, возвращает PlannedPlan без обращений к БД.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Вход: каталог упражнений с rule-based score и опционально ML-scores; профиль пользователя; параметры цикла (4 недели по умолчанию)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Шаг 1: сплит на дни недели по принципу push/pull/legs (или fullbody при частоте &lt; 4 в неделю)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Шаг 2: обход ранжированного каталога с гарантиями — баланс compound/isolation, разнообразие групп мышц, соответствие оборудованию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Шаг 3: прогрессия — линейная по неделям цикла с deload-неделей при необходимости (REQ-08 spec 006)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Изоляция от БД: composer тестируется чистыми unit-тестами без PostgreSQL, что даёт быстрый CI и простоту дебага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Тестирование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Двухуровневая стратегия: domain/-юниты + интеграционные тесты плюс smoke-тест ML-пайплайна.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Composer: чистые unit-тесты без БД — проверки сплита, разнообразия, прогрессии, fallback'а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Интеграционные тесты: testcontainers Postgres + savepoint per test, проверка end-to-end POST /api/v1/plans/generate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ML-pipeline: smoke-тесты обучения popularity / LR / LightGBM на mini-датасете; проверка артефактов и manifest.json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Тесты обработки граничных случаев: профиль не заполнен, оборудование не выбрано, ML-артефакт недоступен (fallback path)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make check = lint (ruff) + typecheck (strict mypy на src/) + test; CI-проверка через GitHub Actions на каждый push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Интерфейс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33223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804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Каталог упражнений с рекомендациями</a:t>
            </a:r>
          </a:p>
        </p:txBody>
      </p:sp>
      <p:pic>
        <p:nvPicPr>
          <p:cNvPr id="6" name="Picture 5" descr="screen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687" y="1097280"/>
            <a:ext cx="33223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68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Активная тренировка по сгенерированному плану</a:t>
            </a:r>
          </a:p>
        </p:txBody>
      </p:sp>
      <p:pic>
        <p:nvPicPr>
          <p:cNvPr id="8" name="Picture 7" descr="screen-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327" y="1097280"/>
            <a:ext cx="332232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3132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Обзор: статистика и история тренировок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Выводы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Реализовано кроссплатформенное PWA-приложение с end-to-end интеграцией ML-генератора планов в продакшен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Сформирован датасет 97 760 пар user × exercise с rule-based разметкой; обучены и сравнены 3 модели ранжирования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LightGBM Classifier обеспечивает ROC-AUC=0.985, PR-AUC=0.993 — превосходит LR (0.939) и popularity-baseline (0.500)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 composer — детерминированный сборщик плана, гарантирующий корректность независимо от ML-скоров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Архитектура спроектирована с расчётом на отказоустойчивость: rule-based fallback при отсутствии ML-артефакта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657600"/>
            <a:ext cx="118872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BBBB"/>
                </a:solidFill>
                <a:latin typeface="Calibri"/>
              </a:rPr>
              <a:t>Готова ответить на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Лазарев Егор Дмитриевич · группа МММ-401-О-03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