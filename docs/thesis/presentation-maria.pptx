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017520"/>
            <a:ext cx="1371600" cy="73152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Омский государственный университет им. Ф. М. Достоевского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Факультет цифровых технологий, кибербезопасности, математики и технологий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«Прикладная математика и информатика» · магистерская программа «Глубокое обучение и генеративный искусственный интеллект»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Разработка кроссплатформенного приложения для прогноза состава тела и адаптации плана тренировок с использованием машинного обучения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Автор: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86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Лапова Мария Сергеевна, гр. МММ-401-О-03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212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Научный руководитель: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4864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Агафонов А. Л.,
доцент, каф. компьютерной математики и программного обеспечения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Омск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Самостоятельные силовые тренировки требуют системного контроля состава тела и своевременной адаптации плана.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Биоимпедансный анализ (InBody) даёт точные показатели состава тела, но интерпретация требует экспертизы тренера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Существующие приложения (Hevy, Strong, Fitbod) ведут дневник тренировок, но не прогнозируют изменения состава тела на 1–4 недели вперёд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Пользователь без знания физиологии не может оценить, насколько его тренировки и питание соответствуют цели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Решение: ML-модель прогноза + детерминированный сервис автоматической адаптации тренировочного плана при изменениях профиля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С.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F0DF2"/>
                </a:solidFill>
                <a:latin typeface="Calibri"/>
              </a:rPr>
              <a:t>Цель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Разработать кроссплатформенное приложение с прогнозом InBody-метрик на горизонт 1–4 недели и автоматической адаптацией плана тренировок.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F0DF2"/>
                </a:solidFill>
                <a:latin typeface="Calibri"/>
              </a:rPr>
              <a:t>Задачи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Проанализировать существующие фитнес-приложения и подходы к прогнозу динамики веса и состава тела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Спроектировать архитектуру PWA-приложения (FastAPI + Flutter + PostgreSQL)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Собрать датасет временных рядов InBody с синтезом траекторий из открытых Kaggle-источников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Обучить и сравнить четыре модели прогноза: persistence, Ridge, LightGBM quantile, MLP с δ-параметризацией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Реализовать watcher-сервис автоматической адаптации плана при изменениях профиля пользователя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Покрыть критические компоненты автотестами; обеспечить fallback на baseline при отказе ML-инференса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С.  ·  ВКР 2026  ·  Fitness 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Архитектура приложения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Принципы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Чёткое разделение domain/ (чистая логика, без I/O) и domains/ (БД-обвязка, FastAPI-роутеры)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Спека-ориентированная разработка: каждая фича закреплена в specs/NNN-*.md, REQ-теги цитируются в коде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Lazy-load ML-артефактов, безусловный fallback на OLS-baseline при отсутствии или ошибке модели (REQ-12 spec 008)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Async SQLAlchemy 2 + Alembic-миграции с инкрементной нумерацией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Версионирование ML-моделей: ml/models/&lt;task&gt;/&lt;algo&gt;/v&lt;semver&gt;/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Стек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Backend: FastAPI + SQLAlchemy 2 (async) + PostgreSQL 16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ML: LightGBM, PyTorch, scikit-learn, joblib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Frontend: Flutter (Web/PWA) + Riverpod + go_router + Dio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Storage: MinIO/S3 (signed URLs для приватных файлов)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Инфраструктура: Docker Compose, Alembic, GitHub Actions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Тесты: pytest + testcontainers PostgreSQL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С.  ·  ВКР 2026  ·  Fitness 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Двухуровневая модель прогноза InBody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Задача: предсказать Δ веса, Δ % жира, Δ мышечной массы на горизонте 1, 2, 4 недели с доверительными интервалами.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Постановка: квантильная one-step регрессия дельт; multi-horizon получается рекурсивным применением модели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Целевая функция quantile (α ∈ {0.1, 0.5, 0.9}) даёт три оценки: нижняя граница CI, медиана (точечный прогноз), верхняя граница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12 признаков: возраст, пол, рост, текущие weight/fat/muscle, BMI, FFM, тренировочный объём, калории, цель (one-hot)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Прод-артефакт — 9 LightGBM-бустеров (3 целевых × 3 квантиля); каждый бустер — ансамбль из ~86 деревьев решений глубиной до 4, обучен с целевой функцией quantile loss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Baseline для сравнения: persistence (Δ=0) и Ridge; альтернатива — MLP с shared trunk 64→32 + δ-параметризация квантилей (q10 ≤ q50 ≤ q90)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С.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Датасет: 9776 точек, синтез траекторий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Открытых time-series датасетов InBody не существует. Решение — синтез траекторий на основе двух кросс-секционных Kaggle-источников.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S3 (gym-members-exercise-dataset): 973 строки профилей фитнес-клиентов после prevalence-фильтрации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S4 (body-fat-prediction-dataset): 251 строка с body composition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Синтез: для каждого пользователя из S3 генерируется 8-недельная траектория с физиологически правдоподобной динамикой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Итог: 9776 строк (пользователь × неделя), 1222 анонимизированных пользователя; флаг is_synthetic=True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Сплит 70/15/15 без leakage по anon_user_id: 6843 / 1466 / 1467 точек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Воспроизводимость: SHA-256 датасета фиксируется в manifest.json каждой модели; seed=42 на всех шагах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С.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Сравнение моделей: MAE на тестовом сплите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058400" cy="4978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LightGBM выбран в качестве прод-модели: бьёт baseline'ы на всех трёх таргетах, R²(weight)=0.73, скорость инференса &lt; 50 мс.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С.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Метрики моделей: точечная оценка Δweight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38047" y="1280160"/>
          <a:ext cx="10515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Модель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MAE, кг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RMSE, кг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R²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Δ vs baseline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Persistence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0,325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−0,13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Ridge регрессия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−48%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LightGBM (квантильная)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0,156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0,196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0,73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−52%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MLP (PyTorch, наша)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−52%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23359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LightGBM и MLP сходятся к близкой точности; LightGBM выбран в прод за скорость и интерпретируемость. Калибровка CI80: 0,78–0,80.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С.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Что внутри модели: feature importance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058400" cy="5184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Главный сигнал — цель пользователя (goal_weight_loss); следом — BMI. Это согласуется с физиологией: при сознательном дефиците калорий человек теряет вес независимо от исходных параметров.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С.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Watcher-сервис адаптации плана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Детерминированный сервис, реагирующий на изменения профиля и истории тренировок без участия пользователя.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6 условий срабатывания: изменение веса, цели, частоты, оборудования, окончание цикла, ручной запуск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Architecture: pg-cron + watcher-функции в domain/-слое; идемпотентность по pending-событиям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При срабатывании создаётся PlanRebuildEvent в БД; пересборка плана происходит асинхронно через BackgroundTasks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Покрытие тестами: 8 модульных + 11 интеграционных, включая race-conditions между триггерами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Гарантия консистентности: одно активное событие на пользователя (partial unique index)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С.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Тестирование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Многоуровневая стратегия: чистые юниты на domain/-слое + интеграционные тесты с реальным PostgreSQL.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Юнит-тесты domain/: 49 тестов forecast/ML-слоя (composer, baseline, features, interpretation, evaluation)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Интеграционные тесты: testcontainers Postgres + savepoint per test; FastAPI берёт ту же сессию через dependency_overrides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ML-pipeline: smoke-тесты обучения для persistence / Ridge / LightGBM на mini-датасете (изоляция через tmp_path)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Калибровка CI на тестовом сплите: 0.78–0.80 для LGBM, 0.79–0.83 для MLP (теоретический уровень — 0.80)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Маркеры pytest unit / integration проставляются автоматически по пути; make check = lint + typecheck (strict mypy) +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С.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Интерфейс приложения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een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097280"/>
            <a:ext cx="332232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804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Главный экран: прогресс веса и активность</a:t>
            </a:r>
          </a:p>
        </p:txBody>
      </p:sp>
      <p:pic>
        <p:nvPicPr>
          <p:cNvPr id="6" name="Picture 5" descr="screen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687" y="1097280"/>
            <a:ext cx="332232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68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Лог тренировки: подходы, веса, прогрессия</a:t>
            </a:r>
          </a:p>
        </p:txBody>
      </p:sp>
      <p:pic>
        <p:nvPicPr>
          <p:cNvPr id="8" name="Picture 7" descr="screen-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1327" y="1097280"/>
            <a:ext cx="3322320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3132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Регистрация и онбординг пользователя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С.  ·  ВКР 2026  ·  Fitness Tracker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Выводы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Реализовано кроссплатформенное PWA-приложение с end-to-end интеграцией ML-моделей в продакшен (FastAPI + Flutter)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Обучены и сравнены 4 модели прогноза InBody; LightGBM quantile обеспечивает R²=0.73 на Δ weight и калиброванный 80%-CI (0.79)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Реализован watcher-сервис автоматической адаптации плана по 6 условиям срабатывания, покрыт 19 тестами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Подтверждена гипотеза: квантильная регрессия даёт точный прогноз с адекватной калибровкой; снижение MAE на Δ weight 52% vs persistence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Архитектура спроектирована с расчётом на отказоустойчивость: fallback на OLS-baseline при отсутствии ML-артефакта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С.  ·  ВКР 2026  ·  Fitness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3657600"/>
            <a:ext cx="1188720" cy="73152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BBBB"/>
                </a:solidFill>
                <a:latin typeface="Calibri"/>
              </a:rPr>
              <a:t>Готова ответить на вопросы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Лапова Мария Сергеевна · группа МММ-401-О-03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BBBBB"/>
                </a:solidFill>
                <a:latin typeface="Calibri"/>
              </a:rPr>
              <a:t>Омск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