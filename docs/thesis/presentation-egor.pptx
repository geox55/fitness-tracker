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Times New Roman"/>
              </a:rPr>
              <a:t>МИНОБРНАУКИ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Times New Roman"/>
              </a:rPr>
              <a:t>федеральное государственное автономное образовательное учреждение высшего образования «Омский государственный университет им. Ф.М. Достоевского»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Кафедра компьютерной математики и программного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Times New Roman"/>
              </a:rPr>
              <a:t>Разработка кроссплатформенного приложения для автоматической генерации планов тренировок с использованием машинного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Times New Roman"/>
              </a:rPr>
              <a:t>Выпускная квалификационная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по направлению 01.04.02 — «Прикладная математика и информатика»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12064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Научный руководитель: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3949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1F1F"/>
                </a:solidFill>
                <a:latin typeface="Times New Roman"/>
              </a:rPr>
              <a:t>Агафонов А. Л., доцент, каф. компьютерной математики и программного обеспечения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89788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Студент гр. МММ-401-О-03: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1539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  <a:latin typeface="Times New Roman"/>
              </a:rPr>
              <a:t>Ощепков Егор Сергеевич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Омск,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Самостоятельные тренировки без программы — основная причина плато и отсутствия прогресса у новичков и любителей.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Существующие фитнес-приложения либо ведут дневник без генерации программ (Hevy, Strong), либо предлагают шаблонные планы (Fitbod, Caliber)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Универсальные программы не учитывают цель, уровень, частоту, доступное оборудование и динамику пользователя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Чистый rule-based — однообразен; чистое ML — требует десятков тысяч пар (профиль, программа), которых нет в открытом доступе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Решение: гибридный алгоритм — ML-ранкер упражнений + детерминированный composer, гарантирующий корректность сборки плана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Разработать кроссплатформенное приложение для автоматической генерации индивидуальных тренировочных программ на основе 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Проанализировать существующие подходы к генерации тренировочных программ (rule-based, end-to-end ML, рекомендательные системы)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Сформировать обучающий датасет из 97 760 пар (профиль, упражнение, метка) на основе Kaggle-источника и rule-based разметки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Обучить и сравнить три модели ранжирования: popularity-baseline, Logistic Regression, LightGBM Classifier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Реализовать composer — детерминированный сборщик программы из ранжированного каталога с проверкой тренировочных принципов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Спроектировать REST-сервис генерации с lazy-load ML-артефакта и rule-based fallback при отсутствии модели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Покрыть критические компоненты автотестами; обеспечить версионирование моделей и воспроизводимость пайплайна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Архитектура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Принципы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Гибридная схема ML + rules: ранкер ранжирует, composer гарантирует корректность (сплит на день/неделю, разнообразие, объём)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Spec-driven разработка: spec 006 фиксирует требования к генератору, spec 012 — к ML-пайплайну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Lazy-load ранкера с lru_cache; rule-based fallback при отсутствии или ошибке инференса — без видимого сбоя для пользователя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Domain/-слой принимает ExercisePool dataclass'ы, возвращает PlannedPlan без I/O — изолированные unit-тесты на сложной логике composer'а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Версионирование артефактов: ml/models/workout_rec/&lt;algo&gt;/v&lt;semver&gt;/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Backend: FastAPI + SQLAlchemy 2 (async) + PostgreSQL 16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ML: LightGBM, scikit-learn, pandas, joblib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Frontend: Flutter (Web/PWA) + Riverpod + go_router + Dio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Pipeline: ml/etl/workout_recommender/ + ml/training/workout_recommender/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Инфраструктура: Docker Compose, Alembic-миграции, GitHub Actions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Тесты: pytest + testcontainers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Гибридный алгоритм: ML-ранкер + composer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Двухстадийная схема: ML сначала ранжирует, потом детерминированные правила собирают валидный план.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Стадия 1 (ML): LightGBM Classifier выдаёт score = P(упражнение подходит профилю); ранжирование каталога по этим score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Прод-артефакт — один LightGBM-бустер на 320 деревьев и 36 признаков профиля + упражнения; бинарная классификация с целевой функцией log-loss и is_unbalance=True для несбалансированных меток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Стадия 2 (composer): обход ранжированного каталога с проверкой сплита (push/pull/legs), оборудования, баланса compound/isolation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Fallback path: при отсутствии ML-артефакта composer использует rule-based score (тот же интерфейс ExercisePool)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Выход — иерархия workout_plan → plan_weeks → plan_days → plan_exercises, сохраняется в БД в одной транзакции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Датасет: 97 760 пар user ×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Открытых датасетов «профиль пользователя → подходящие упражнения» нет. Решение — программная разметка через rule-based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Источник профилей: Kaggle gym-members-exercise-dataset (973 строки после фильтрации)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Каталог упражнений: 100+ упражнений из API Ninjas + дополнения, разнесены по группам мышц / типу / оборудованию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Разметка: для каждой пары (профиль, упражнение) применяются фиксированные правила → бинарная метка «рекомендуется/нет»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Итог: 97 760 пар; сплит 70/15/15 без leakage по anon_user_id — 68 432 train / 14 664 val / 14 664 test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Воспроизводимость: SHA-256 датасета фиксируется в manifest.json; правила разметки версионированы вместе со скриптом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Сравнение моделей ранжирования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48" y="960120"/>
            <a:ext cx="960679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LightGBM выбран в качестве основной модели: ROC-AUC=0.985, PR-AUC=0.993, P@8=0.99 на тестовом сплите 14 664 пар.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Метрики моделей: ранжирование упражнений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047" y="16687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F1F1F"/>
                </a:solidFill>
                <a:latin typeface="Times New Roman"/>
              </a:rPr>
              <a:t>Таблица 1. Метрики моделей: ранжирование упражнений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2125980"/>
          <a:ext cx="10515600" cy="3703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PR-AUC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Precision@8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Recall@8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Popularity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0,232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LightGBM (GBDT)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0,985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0,993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0,990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0,241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MLP (нейросеть)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036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LightGBM и MLP дают идентичную точность; LightGBM выбран основной за ×3–5 более быстрый инференс и нативный feature importance.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Что внутри модели: feature importance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17" y="960120"/>
            <a:ext cx="923006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Главный сигнал — оборудование (user_equipment_count); это методологически осмысленно: рекомендовать упражнение со штангой пользователю без штанги не имеет смысла. Цель — на третьем месте.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Composer: детерминированная сборка плана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Чистая функция в domain/-слое: принимает ExercisePool + ML-scores, возвращает PlannedPlan без обращений к БД.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Вход: каталог упражнений с rule-based score и опционально ML-scores; профиль пользователя; параметры цикла (4 недели по умолчанию)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Шаг 1: сплит на дни недели по принципу push/pull/legs (или fullbody при частоте &lt; 4 в неделю)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Шаг 2: обход ранжированного каталога с гарантиями — баланс compound/isolation, разнообразие групп мышц, соответствие оборудованию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Шаг 3: прогрессия — линейная по неделям цикла с deload-неделей при необходимости (REQ-08 spec 006)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Изоляция от БД: composer тестируется чистыми unit-тестами без PostgreSQL, что даёт быстрый CI и простоту дебага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Двухуровневая стратегия: domain/-юниты + интеграционные тесты плюс smoke-тест ML-пайплайна.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Composer: чистые unit-тесты без БД — проверки сплита, разнообразия, прогрессии, fallback'а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Интеграционные тесты: testcontainers Postgres + savepoint per test, проверка end-to-end POST /api/v1/plans/generate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ML-pipeline: smoke-тесты обучения popularity / LR / LightGBM на mini-датасете; проверка артефактов и manifest.json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Тесты обработки граничных случаев: профиль не заполнен, оборудование не выбрано, ML-артефакт недоступен (fallback path)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make check = lint (ruff) + typecheck (strict mypy на src/) + test; CI-проверка через GitHub Actions на каждый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Интерфейс приложения</a:t>
            </a:r>
          </a:p>
        </p:txBody>
      </p:sp>
      <p:pic>
        <p:nvPicPr>
          <p:cNvPr id="3" name="Picture 2" descr="screen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33223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04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Каталог упражнений с рекомендациями</a:t>
            </a:r>
          </a:p>
        </p:txBody>
      </p:sp>
      <p:pic>
        <p:nvPicPr>
          <p:cNvPr id="5" name="Picture 4" descr="screen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687" y="1097280"/>
            <a:ext cx="33223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68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Активная тренировка по сгенерированному плану</a:t>
            </a:r>
          </a:p>
        </p:txBody>
      </p:sp>
      <p:pic>
        <p:nvPicPr>
          <p:cNvPr id="7" name="Picture 6" descr="screen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327" y="1097280"/>
            <a:ext cx="3322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3132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Обзор: статистика и история тренировок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Реализовано кроссплатформенное PWA-приложение с end-to-end интеграцией ML-генератора планов в промышленную эксплуатацию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Сформирован датасет 97 760 пар user × exercise с rule-based разметкой; обучены и сравнены 3 модели ранжирования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LightGBM Classifier обеспечивает ROC-AUC=0.985, PR-AUC=0.993 — превосходит LR (0.939) и popularity-baseline (0.500)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Реализован composer — детерминированный сборщик плана, гарантирующий корректность независимо от ML-скоров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Архитектура спроектирована с расчётом на отказоустойчивость: rule-based fallback при отсутствии ML-артефакта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1F1F"/>
                </a:solidFill>
                <a:latin typeface="Times New Roman"/>
              </a:rP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55555"/>
                </a:solidFill>
                <a:latin typeface="Times New Roman"/>
              </a:rPr>
              <a:t>Готова ответить на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Times New Roman"/>
              </a:rPr>
              <a:t>Ощепков Егор Сергеевич · группа МММ-401-О-03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Омск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