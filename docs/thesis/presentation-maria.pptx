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прогноза состава тела и адаптации плана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Лапова Мария Игоревна,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Симанчев Р. Ю., канд. физ.-мат. наук, доцент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силовые тренировки требуют системного контроля состава тела и своевременной адаптации плана.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Биоимпедансный анализ (InBody) даёт точные показатели состава тела, но интерпретация требует экспертизы тренера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приложения (Hevy, Strong, Fitbod) ведут дневник тренировок, но не прогнозируют изменения состава тела на 1–4 недели вперёд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Пользователь без знания физиологии не может оценить, насколько его тренировки и питание соответствуют цели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ML-модель прогноза + детерминированный сервис автоматической адаптации тренировочного плана при изменениях профиля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с прогнозом InBody-метрик на горизонт 1–4 недели и автоматической адаптацией плана тренировок.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фитнес-приложения и подходы к прогнозу динамики веса и состава тела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архитектуру PWA-приложения (FastAPI + Flutter + PostgreSQL)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Собрать датасет временных рядов InBody с синтезом траекторий из открытых Kaggle-источников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четыре модели прогноза: persistence, Ridge, LightGBM quantile, MLP с δ-параметризацией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watcher-сервис автоматической адаптации плана при изменениях профиля пользователя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fallback на baseline при отказе ML-инференса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Чёткое разделение domain/ (чистая логика, без I/O) и domains/ (БД-обвязка, FastAPI-роутеры)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Спека-ориентированная разработка: каждая фича закреплена в specs/NNN-*.md, REQ-теги цитируются в коде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ML-артефактов, безусловный fallback на OLS-baseline при отсутствии или ошибке модели (REQ-12 spec 008)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Async SQLAlchemy 2 + Alembic-миграции с инкрементной нумерацией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ML-моделей: ml/models/&lt;task&gt;/&lt;algo&gt;/v&lt;semver&gt;/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PyTorch, scikit-learn,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Storage: MinIO/S3 (signed URLs для приватных файлов)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Двухуровневая модель прогноза InBody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Задача: предсказать Δ веса, Δ % жира, Δ мышечной массы на горизонте 1, 2, 4 недели с доверительными интервалами.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Постановка: квантильная one-step регрессия дельт; multi-horizon получается рекурсивным применением модели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Целевая функция quantile (α ∈ {0.1, 0.5, 0.9}) даёт три оценки: нижняя граница CI, медиана (точечный прогноз), верхняя граница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12 признаков: возраст, пол, рост, текущие weight/fat/muscle, BMI, FFM, тренировочный объём, калории, цель (one-hot)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9 LightGBM-бустеров (3 целевых × 3 квантиля); каждый бустер — ансамбль из ~86 деревьев решений глубиной до 4, обучен с целевой функцией quantile loss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Baseline для сравнения: persistence (Δ=0) и Ridge; альтернатива — MLP с shared trunk 64→32 + δ-параметризация квантилей (q10 ≤ q50 ≤ q90)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9776 точек, синтез траекторий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time-series датасетов InBody не существует. Решение — синтез траекторий на основе двух кросс-секционных Kaggle-источников.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S3 (gym-members-exercise-dataset): 973 строки профилей фитнес-клиентов после prevalence-фильтрации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S4 (body-fat-prediction-dataset): 251 строка с body composition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Синтез: для каждого пользователя из S3 генерируется 8-недельная траектория с физиологически правдоподобной динамикой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9776 строк (пользователь × неделя), 1222 анонимизированных пользователя; флаг is_synthetic=True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Сплит 70/15/15 без leakage по anon_user_id: 6843 / 1466 / 1467 точек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 каждой модели; seed=42 на всех шагах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моделей: MAE на тестовом сплите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бьёт baseline'ы на всех трёх таргетах, R²(weight)=0.73, скорость инференса &lt; 50 мс.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4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цель пользователя (goal_weight_loss); следом — BMI. Это согласуется с физиологией: при сознательном дефиците калорий человек теряет вес независимо от исходных параметров.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Watcher-сервис адаптации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Детерминированный сервис, реагирующий на изменения профиля и истории тренировок без участия пользователя.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6 условий срабатывания: изменение веса, цели, частоты, оборудования, окончание цикла, ручной запуск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Architecture: pg-cron + watcher-функции в domain/-слое; идемпотентность по pending-событиям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При срабатывании создаётся PlanRebuildEvent в БД; пересборка плана происходит асинхронно через BackgroundTasks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Покрытие тестами: 8 модульных + 11 интеграционных, включая race-conditions между триггерами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Гарантия консистентности: одно активное событие на пользователя (partial unique 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Многоуровневая стратегия: чистые юниты на domain/-слое + интеграционные тесты с реальным PostgreSQL.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Юнит-тесты domain/: 49 тестов forecast/ML-слоя (composer, baseline, features, interpretation, evaluation)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test; FastAPI берёт ту же сессию через dependency_overrides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для persistence / Ridge / LightGBM на mini-датасете (изоляция через tmp_path)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Калибровка CI на тестовом сплите: 0.78–0.80 для LGBM, 0.79–0.83 для MLP (теоретический уровень — 0.80)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Маркеры pytest unit / integration проставляются автоматически по пути; make check = lint + typecheck (strict mypy) +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Главный экран: прогресс веса и активность</a:t>
            </a:r>
          </a:p>
        </p:txBody>
      </p:sp>
      <p:pic>
        <p:nvPicPr>
          <p:cNvPr id="6" name="Picture 5" descr="screen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Лог тренировки: подходы, веса, прогрессия</a:t>
            </a:r>
          </a:p>
        </p:txBody>
      </p:sp>
      <p:pic>
        <p:nvPicPr>
          <p:cNvPr id="8" name="Picture 7" descr="screen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Регистрация и онбординг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ML-моделей в продакшен (FastAPI + Flutter)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Обучены и сравнены 4 модели прогноза InBody; LightGBM quantile обеспечивает R²=0.73 на Δ weight и калиброванный 80%-CI (0.79)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watcher-сервис автоматической адаптации плана по 6 условиям срабатывания, покрыт 19 тестами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Подтверждена гипотеза: квантильная регрессия даёт точный прогноз с адекватной калибровкой; снижение MAE на Δ weight 52% vs persistence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fallback на OLS-baseline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Лапова М. И.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Лапова Мария Игоревна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