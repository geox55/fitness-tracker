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Лазарев Егор Дмитриевич,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scikit-learn, pandas,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Pipeline: ml/etl/workout_recommender/ + ml/training/workout_recommender/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Alembic-миграции,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Гибридный алгоритм: ML-ранкер + composer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один LightGBM-бустер на 320 деревьев и 36 признаков профиля + упражнения; бинарная классификация с целевой функцией log-loss и is_unbalance=True для несбалансированных меток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97 760 пар user ×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Источник профилей: Kaggle gym-members-exercise-dataset (973 строки после фильтрации)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97 760 пар; сплит 70/15/15 без leakage по anon_user_id — 68 432 train / 14 664 val / 14 664 test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ROC-AUC=0.985, PR-AUC=0.993, P@8=0.99 на тестовом сплите 14 664 пар.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оборудование (user_equipment_count); это методологически осмысленно: рекомендовать упражнение со штангой пользователю без штанги не имеет смысла. Цель — на третьем месте.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Composer: детерминированная сборка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Каталог упражнений с рекомендациями</a:t>
            </a:r>
          </a:p>
        </p:txBody>
      </p:sp>
      <p:pic>
        <p:nvPicPr>
          <p:cNvPr id="6" name="Picture 5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Активная тренировка по сгенерированному плану</a:t>
            </a:r>
          </a:p>
        </p:txBody>
      </p:sp>
      <p:pic>
        <p:nvPicPr>
          <p:cNvPr id="8" name="Picture 7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Обзор: статистика и история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ML-генератора планов в продакшен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Лазарев Егор Дмитриевич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